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749808"/>
            <a:ext cx="109728" cy="5212080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115568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3DCCF"/>
                </a:solidFill>
                <a:latin typeface="Aptos"/>
              </a:rPr>
              <a:t>PORTFOLIO LOYIHASI  /  JAVA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100584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PrivacyVault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34640"/>
            <a:ext cx="969264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Aptos"/>
              </a:rPr>
              <a:t>Shaxsiy ma’lumotlar uchun maxfiylikka yo‘naltirilgan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97840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AD9E8"/>
                </a:solidFill>
                <a:latin typeface="Aptos"/>
              </a:rPr>
              <a:t>Java 25   ·   Spring Boot 3.5   ·   PostgreSQL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010912"/>
            <a:ext cx="987552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9E8"/>
                </a:solidFill>
                <a:latin typeface="Aptos"/>
              </a:rPr>
              <a:t>GDPR tamoyillariga yo‘naltirilgan namuna loyiha — yuridik maslahat, muvofiqlik sertifikati yoki production xizmati emas.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32764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0C2D3"/>
                </a:solidFill>
                <a:latin typeface="Aptos"/>
              </a:rPr>
              <a:t>O‘zbekcha  ·  01/08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Muammo va yechim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02/08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Muammo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Foydalanuvchilarga o‘z shaxsiy ma’lumotlarini ko‘rish, eksport qilish, tuzatish va o‘chirish uchun aniq imkoniyatlar kerak.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Yondashuv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REST API autentifikatsiyadan o‘tgan foydalanuvchini maxfiylikka yo‘naltirilgan ma’lumot jarayonlariga ulaydi.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Loyihalashdan boshlab maxfiylik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Shaxsiy maydonlar shifrlanadi; rozilik va audit yozuvlarida oshkor qilinadigan ma’lumot kamaytiriladi.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Loyiha chegarasi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Portfolio va ma’lumotnoma uchun namuna. Huquqiy va operatsion majburiyatlar tashkilot hamda operator zimmasida.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Foydalanuvchi imkoniyatlari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03/08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Hisob va sessiyalar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Ro‘yxatdan o‘tish, kirish, refresh tokenlarni almashtirish, chiqish va barcha sessiyalarni bekor qilish.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Ko‘rish va eksport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Shaxsiy ma’lumotlarni ko‘rish va mashina o‘qiy oladigan JSON eksportini olish.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Tuzatish va rozilik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Qo‘llab-quvvatlanadigan profil maydonlarini yangilash; rozilik berish yoki qaytarib olish hodisalarini qayd etish.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Cheklash va o‘chirish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Qayta ishlashni cheklash, rejalashtirilgan yoki darhol o‘chirishni so‘rash, muddat ichida bekor qilish.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Xavfsizlik va maxfiylik dizayni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04/08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Shifrlangan maydonlar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AES-256-GCM, har safar yangi 96-bit IV, foydalanuvchi va maydonga bog‘langan autentifikatsiyalangan qo‘shimcha ma’lumot.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Kalitlar vazifasi ajratilgan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Har foydalanuvchiga alohida ma’lumot kaliti; email qidiruvi va psevdonimlar uchun alohida HMAC kalitlari.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Hisob himoyasi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Argon2id parol xeshlash; 15 daqiqalik access token; xeshlangan, aylantiriladigan refresh token va qayta ishlatishni aniqlash.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Operatsion chegaralar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Hisob doirasidagi autentifikatsiya va admin rollari. So‘rov limiti jarayon ichida; chekka nuqtada TLS talab qilinadi.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Tizim arxitekturasi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05/08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Mijoz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HTTPS/JSON mijozlari versiyalangan REST API bilan ishlaydi.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9232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API qatlami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Spring Security, so‘rovlarni tekshirish, OpenAPI va ilova xizmatlari.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07024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91072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Ma’lumotlar saqlash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Flyway boshqaradigan sxema migratsiyalari bilan PostgreSQL 16.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98864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Kriptografiya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KeyProvider abstraksiyasi: lokal ishlab chiqishda muhit kaliti; production sozlamasi uchun AWS KMS adapteri.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343400"/>
            <a:ext cx="10771632" cy="1143000"/>
          </a:xfrm>
          <a:prstGeom prst="round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535424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29691"/>
                </a:solidFill>
                <a:latin typeface="Aptos"/>
              </a:rPr>
              <a:t>KALITLARNI BOSHQARISH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64608"/>
            <a:ext cx="1019556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Lokal ishlab chiqishda muhit kalitidan foydalaniladi. Ishlab chiqarish namunasi AWS KMS ni tanlaydi; operator boshqaradigan identifikatsiya, ruxsatlar va maxfiy kalitlar talab qilinadi.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API imkoniyatlari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06/08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Hisobga kirish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POST /api/v1/auth/register · /login · /refresh · /logout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Shaxsiy ma’lumotlar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GET /api/v1/users/me/data · /export; PATCH /api/v1/users/me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Maxfiylik boshqaruvi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/api/v1/users/me ostida rozilik, cheklash, o‘chirish va bekor qilish yo‘llari.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Faqat admin uchun audit va kalit aylantirish yo‘llari. OpenAPI lokalda ochiq, production profilida o‘chirilgan.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Texnologiyalar va tekshiruvlar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07/08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Ish muhiti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Java 25 · Spring Boot 3.5 · Spring Security · Spring Data JPA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Ma’lumotlar va yetkazish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PostgreSQL 16 · Flyway · Maven · ko‘p bosqichli Docker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Avtomatik testlar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34 ta test o‘tdi, 0 ta xato; Testcontainers orqali PostgreSQL integratsiya oqimi ham tekshirildi (22.10.2026).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Qo‘shimcha tekshiruvlar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Docker image build muvaffaqiyatli. Bevosita bog‘liqliklar bo‘yicha ma’lum CVE topilmadi.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Joylashtirish holati va keyingi ishlar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loyihasi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O‘zbekcha  ·  08/08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Portfolio uchun tayyor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Lokal ishga tushirish, API, xavfsizlik hujjatlari, deployment namunasi, CI workflow va uch tilli slaydlar mavjud.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Haqiqiy shaxsiy ma’lumotlardan oldin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TLS, IAM/KMS ruxsatlari, maxfiy kalitlar, backup/restore sinovi, monitoring va hodisalarga javob jarayonlarini yakunlash kerak.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Ma’lum cheklovlar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MFA, email tasdiqlash/tiklash, tarqatilgan limitlash, CSV eksport va boshqariladigan backup xizmati yo‘q.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Muhim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Testlar va deployment namunasi GDPR muvofiqligi, xavfsizlik sertifikati yoki production tayyorligini isbotlamaydi.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PrivacyVault — O‘zbekcha</dc:title>
  <dc:subject>Privacy-focused personal-data API portfolio presentation</dc:subject>
  <dc:creator>PrivacyVault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